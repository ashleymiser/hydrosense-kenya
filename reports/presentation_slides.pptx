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9144000" cy="109728"/>
          </a:xfrm>
          <a:prstGeom prst="rect">
            <a:avLst/>
          </a:prstGeom>
          <a:solidFill>
            <a:srgbClr val="A67D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HydroSense-Kenya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67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Decision Support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2207 Scientific Computing  |  Capstone Project  | 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Miser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3474720"/>
          </a:xfrm>
          <a:prstGeom prst="rect">
            <a:avLst/>
          </a:prstGeom>
          <a:solidFill>
            <a:srgbClr val="A67D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freshwater used by agriculture globally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farms rely on erratic rainfall and tanks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 irrigation wastes water or stresses crops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tool for smallholder decision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91440" cy="3474720"/>
          </a:xfrm>
          <a:prstGeom prst="rect">
            <a:avLst/>
          </a:prstGeom>
          <a:solidFill>
            <a:srgbClr val="A67DD4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+ soil sensor data from 3 farm zones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 model: S(t+1) = S(t)+R+I-ET-D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for root finding and simulation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uncertainty + optimized schedule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Farm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Tomato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120 m²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moisture: 22%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33%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7B3DB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Kale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90 m²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moisture: 24%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9B55D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Maize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180 m²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moisture: 20%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31%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weather data · 90 soil sensor readings ·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15544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Bisection, Newton-Raphson, Secant — finds exact irrigation needed to reach target moisture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743200"/>
            <a:ext cx="91440" cy="1554480"/>
          </a:xfrm>
          <a:prstGeom prst="rect">
            <a:avLst/>
          </a:prstGeom>
          <a:solidFill>
            <a:srgbClr val="7B3DB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backward, central difference — estimates daily rate of soil moisture 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91440" cy="1554480"/>
          </a:xfrm>
          <a:prstGeom prst="rect">
            <a:avLst/>
          </a:prstGeom>
          <a:solidFill>
            <a:srgbClr val="9B55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554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&amp; Simpson rules — computes cumulative water deficit over the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91440" cy="1554480"/>
          </a:xfrm>
          <a:prstGeom prst="rect">
            <a:avLst/>
          </a:prstGeom>
          <a:solidFill>
            <a:srgbClr val="B07FE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Systems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with pivoting — allocates water budget across 3 zones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Finding: How Much Irrigation?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Zone A at 22.6% moisture, target 33.0% — how many mm of irrigation are needed?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Newton-Raphson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find the same root. Newton-Raphson is fastest using derivative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Simulation: Euler vs Runge-Kutta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Zone A soil moisture over 30 days with no irrigation applied: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17320"/>
          <a:ext cx="640080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Moisture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Agrees with other?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Runge-Kutta (RK4)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irrigation, Zone A drops below the 22% stress threshold by late March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and RK4 agree within 0.01% at a 1-day time step — Euler is sufficient for daily planning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would provide meaningful accuracy gains at finer time resolutions (hourly control)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Carlo: Rainfall Uncertainty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synthetic rainfall scenarios — what is the distribution of final soil moisture?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20240" cy="2011680"/>
          </a:xfrm>
          <a:prstGeom prst="rect">
            <a:avLst/>
          </a:prstGeom>
          <a:solidFill>
            <a:srgbClr val="5B2D8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7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end below 22%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463040"/>
            <a:ext cx="1920240" cy="2011680"/>
          </a:xfrm>
          <a:prstGeom prst="rect">
            <a:avLst/>
          </a:prstGeom>
          <a:solidFill>
            <a:srgbClr val="5B2D8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50592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7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exceed field capacity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463040"/>
            <a:ext cx="1920240" cy="2011680"/>
          </a:xfrm>
          <a:prstGeom prst="rect">
            <a:avLst/>
          </a:prstGeom>
          <a:solidFill>
            <a:srgbClr val="5B2D8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7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26864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percentile moisture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463040"/>
            <a:ext cx="1920240" cy="2011680"/>
          </a:xfrm>
          <a:prstGeom prst="rect">
            <a:avLst/>
          </a:prstGeom>
          <a:solidFill>
            <a:srgbClr val="5B2D8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~4.2mm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03136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7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Deficit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03136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irrigation needed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the biggest source of risk — active irrigation management is clearly justified.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Irrigation Schedule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water applied while keeping moisture above 22% every 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converged successfully using L-BFGS-B (scipy)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crop stress days in the optimized schedule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concentrated on low-rainfall, high-ET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irrigation recommended on days following heavy rainfall events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required the most water due to larger area and lower initial moisture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417320"/>
            <a:ext cx="3017520" cy="4114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 vs crop stress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simplicity vs RK4 accuracy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energy vs irrigation volume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A67D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scheduling outperforms fixed timetables — less water, zero stress days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uncertainty (not sensor noise) is the dominant model risk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is sufficient for 1-day time steps — no need for RK4 in daily planning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methods implemented from scratch and verified against NumPy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extensible to live data via the JHub Africa Conduit 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2207 Scientific Computing  ·  Ashley Miser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HydroSense-Kenya</dc:title>
  <dc:subject>PptxGenJS Presentation</dc:subject>
  <dc:creator>PptxGenJS</dc:creator>
  <cp:lastModifiedBy>PptxGenJS</cp:lastModifiedBy>
  <cp:revision>1</cp:revision>
  <dcterms:created xsi:type="dcterms:W3CDTF">2026-06-06T07:08:11Z</dcterms:created>
  <dcterms:modified xsi:type="dcterms:W3CDTF">2026-06-06T07:08:11Z</dcterms:modified>
</cp:coreProperties>
</file>